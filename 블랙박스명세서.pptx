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76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07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24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27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54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44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4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24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54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9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4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615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422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791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571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656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16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D8CDFED-DBB7-4C45-8E28-FE88967E9FBF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315356F-7624-426A-97F1-208DFBFC4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2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2C36-DDEE-4202-AF47-A34A4CA9B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9065"/>
            <a:ext cx="9144000" cy="1303867"/>
          </a:xfrm>
        </p:spPr>
        <p:txBody>
          <a:bodyPr/>
          <a:lstStyle/>
          <a:p>
            <a:br>
              <a:rPr lang="en-US" altLang="ko-KR" dirty="0"/>
            </a:br>
            <a:r>
              <a:rPr lang="ko-KR" altLang="en-US" dirty="0"/>
              <a:t>임베디드 구현</a:t>
            </a:r>
            <a:br>
              <a:rPr lang="en-US" altLang="ko-KR" dirty="0"/>
            </a:br>
            <a:r>
              <a:rPr lang="en-US" altLang="ko-KR" dirty="0"/>
              <a:t>Jetson Orin Nano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D28CFB-0E18-4923-9E39-558896CEB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62238"/>
            <a:ext cx="9144000" cy="1655762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블랙박스 만들기</a:t>
            </a:r>
          </a:p>
        </p:txBody>
      </p:sp>
    </p:spTree>
    <p:extLst>
      <p:ext uri="{BB962C8B-B14F-4D97-AF65-F5344CB8AC3E}">
        <p14:creationId xmlns:p14="http://schemas.microsoft.com/office/powerpoint/2010/main" val="373186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D797AE-6485-435B-AB91-D78A14E98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9517" y="720750"/>
            <a:ext cx="5858283" cy="613725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78C07A-132A-4A1A-950E-40B4CF6B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796950"/>
            <a:ext cx="8761413" cy="706964"/>
          </a:xfrm>
        </p:spPr>
        <p:txBody>
          <a:bodyPr/>
          <a:lstStyle/>
          <a:p>
            <a:r>
              <a:rPr lang="en-US" altLang="ko-KR" sz="3200" dirty="0">
                <a:solidFill>
                  <a:srgbClr val="FF0000"/>
                </a:solidFill>
              </a:rPr>
              <a:t>Jetson Orin Nano</a:t>
            </a:r>
            <a:r>
              <a:rPr lang="ko-KR" altLang="en-US" sz="3200" dirty="0">
                <a:solidFill>
                  <a:srgbClr val="FF0000"/>
                </a:solidFill>
              </a:rPr>
              <a:t>의 스펙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28E0F-4F97-4010-9BA6-0CC046C9A833}"/>
              </a:ext>
            </a:extLst>
          </p:cNvPr>
          <p:cNvSpPr txBox="1"/>
          <p:nvPr/>
        </p:nvSpPr>
        <p:spPr>
          <a:xfrm>
            <a:off x="584200" y="2325007"/>
            <a:ext cx="49953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블랙박스를 위한 특징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 err="1"/>
              <a:t>연산력</a:t>
            </a:r>
            <a:r>
              <a:rPr lang="en-US" altLang="ko-KR" dirty="0"/>
              <a:t>: 67 TOPS, 1024</a:t>
            </a:r>
            <a:r>
              <a:rPr lang="ko-KR" altLang="en-US" dirty="0"/>
              <a:t>코어 </a:t>
            </a:r>
            <a:r>
              <a:rPr lang="en-US" altLang="ko-KR" dirty="0"/>
              <a:t>GPU — </a:t>
            </a:r>
            <a:r>
              <a:rPr lang="ko-KR" altLang="en-US" dirty="0"/>
              <a:t>실시간 객체 탐지</a:t>
            </a:r>
            <a:r>
              <a:rPr lang="en-US" altLang="ko-KR" dirty="0"/>
              <a:t>(YOLO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충분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카메라</a:t>
            </a:r>
            <a:r>
              <a:rPr lang="en-US" altLang="ko-KR" dirty="0"/>
              <a:t>: 2</a:t>
            </a:r>
            <a:r>
              <a:rPr lang="ko-KR" altLang="en-US" dirty="0"/>
              <a:t>채널 동시 연결 가능 → 전방</a:t>
            </a:r>
            <a:r>
              <a:rPr lang="en-US" altLang="ko-KR" dirty="0"/>
              <a:t>+</a:t>
            </a:r>
            <a:r>
              <a:rPr lang="ko-KR" altLang="en-US" dirty="0"/>
              <a:t>후방영상 처리</a:t>
            </a:r>
            <a:r>
              <a:rPr lang="en-US" altLang="ko-KR" dirty="0"/>
              <a:t>: 1080p </a:t>
            </a:r>
            <a:r>
              <a:rPr lang="ko-KR" altLang="en-US" dirty="0"/>
              <a:t>다채널 디코딩 여유 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저장</a:t>
            </a:r>
            <a:r>
              <a:rPr lang="en-US" altLang="ko-KR" dirty="0"/>
              <a:t>: SD</a:t>
            </a:r>
            <a:r>
              <a:rPr lang="ko-KR" altLang="en-US" dirty="0"/>
              <a:t>카드 </a:t>
            </a:r>
            <a:r>
              <a:rPr lang="en-US" altLang="ko-KR" dirty="0"/>
              <a:t>+ </a:t>
            </a:r>
            <a:r>
              <a:rPr lang="en-US" altLang="ko-KR" dirty="0" err="1"/>
              <a:t>NVMe</a:t>
            </a:r>
            <a:r>
              <a:rPr lang="en-US" altLang="ko-KR" dirty="0"/>
              <a:t> </a:t>
            </a:r>
            <a:r>
              <a:rPr lang="ko-KR" altLang="en-US" dirty="0"/>
              <a:t>확장 가능센서 연동</a:t>
            </a:r>
            <a:r>
              <a:rPr lang="en-US" altLang="ko-KR" dirty="0"/>
              <a:t>: GPIO/UART/I2C </a:t>
            </a:r>
            <a:r>
              <a:rPr lang="ko-KR" altLang="en-US" dirty="0"/>
              <a:t>지원 → </a:t>
            </a:r>
            <a:r>
              <a:rPr lang="en-US" altLang="ko-KR" dirty="0"/>
              <a:t>GPS, </a:t>
            </a:r>
            <a:r>
              <a:rPr lang="ko-KR" altLang="en-US" dirty="0"/>
              <a:t>충격센서 붙이기 </a:t>
            </a:r>
            <a:r>
              <a:rPr lang="ko-KR" altLang="en-US" dirty="0" err="1"/>
              <a:t>쉬움전력</a:t>
            </a:r>
            <a:r>
              <a:rPr lang="en-US" altLang="ko-KR" dirty="0"/>
              <a:t>: 7~25W, </a:t>
            </a:r>
            <a:r>
              <a:rPr lang="ko-KR" altLang="en-US" dirty="0"/>
              <a:t>차량 전원으로 상시 구동 가능</a:t>
            </a:r>
          </a:p>
        </p:txBody>
      </p:sp>
    </p:spTree>
    <p:extLst>
      <p:ext uri="{BB962C8B-B14F-4D97-AF65-F5344CB8AC3E}">
        <p14:creationId xmlns:p14="http://schemas.microsoft.com/office/powerpoint/2010/main" val="419959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E96BD-5360-4C83-8494-E4B61380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요구사항 명세서</a:t>
            </a:r>
            <a:br>
              <a:rPr lang="en-US" altLang="ko-KR" dirty="0"/>
            </a:br>
            <a:r>
              <a:rPr lang="ko-KR" altLang="en-US" dirty="0"/>
              <a:t>하드웨어와 소프트웨어의 연결</a:t>
            </a:r>
            <a:r>
              <a:rPr lang="en-US" altLang="ko-KR" dirty="0"/>
              <a:t>(</a:t>
            </a:r>
            <a:r>
              <a:rPr lang="en-US" altLang="ko-KR" dirty="0" err="1"/>
              <a:t>usecase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B4C079-6476-41F2-9359-1E46CD3723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84" r="21737" b="4992"/>
          <a:stretch/>
        </p:blipFill>
        <p:spPr>
          <a:xfrm>
            <a:off x="382118" y="2436288"/>
            <a:ext cx="4824882" cy="34480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04CA2F9-B97A-47AE-9DF4-224419DA8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9" r="13021" b="2426"/>
          <a:stretch/>
        </p:blipFill>
        <p:spPr>
          <a:xfrm>
            <a:off x="6112938" y="2447613"/>
            <a:ext cx="5655733" cy="34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7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9C375-A7BC-4754-92E9-5E90DF90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요구사항 명세서</a:t>
            </a:r>
            <a:br>
              <a:rPr lang="en-US" altLang="ko-KR" dirty="0"/>
            </a:br>
            <a:r>
              <a:rPr lang="ko-KR" altLang="en-US" dirty="0"/>
              <a:t>하드웨어와 소프트웨어의 연결</a:t>
            </a:r>
            <a:r>
              <a:rPr lang="en-US" altLang="ko-KR" dirty="0"/>
              <a:t>(</a:t>
            </a:r>
            <a:r>
              <a:rPr lang="en-US" altLang="ko-KR" dirty="0" err="1"/>
              <a:t>usecase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26B0B9-CE7B-4AA5-83F4-08CA574370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1"/>
          <a:stretch/>
        </p:blipFill>
        <p:spPr>
          <a:xfrm>
            <a:off x="440922" y="2743200"/>
            <a:ext cx="5655078" cy="31820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AAFA80-4AEC-4289-92F4-75946B0CC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278" y="2743200"/>
            <a:ext cx="5572903" cy="318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23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105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이온(회의실)</vt:lpstr>
      <vt:lpstr> 임베디드 구현 Jetson Orin Nano</vt:lpstr>
      <vt:lpstr>Jetson Orin Nano의 스펙</vt:lpstr>
      <vt:lpstr>소프트웨어 요구사항 명세서 하드웨어와 소프트웨어의 연결(usecase) </vt:lpstr>
      <vt:lpstr>소프트웨어 요구사항 명세서 하드웨어와 소프트웨어의 연결(usecase)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임베디드 구현 Jetson Orin Nano</dc:title>
  <dc:creator>lusiu9757@gmail.com</dc:creator>
  <cp:lastModifiedBy>lusiu9757@gmail.com</cp:lastModifiedBy>
  <cp:revision>5</cp:revision>
  <dcterms:created xsi:type="dcterms:W3CDTF">2026-08-12T02:35:23Z</dcterms:created>
  <dcterms:modified xsi:type="dcterms:W3CDTF">2026-08-12T03:07:14Z</dcterms:modified>
</cp:coreProperties>
</file>