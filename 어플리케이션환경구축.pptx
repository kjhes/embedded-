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79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8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2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0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04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4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5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2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35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6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250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706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0724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460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294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1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7FF49-087B-487C-9AA5-F38743537ACD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61A971-5047-4ED8-BCF0-74C1B22FCA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27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CD3C0-4638-44E0-8B91-33CC8FA30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423334"/>
            <a:ext cx="7766936" cy="1646302"/>
          </a:xfrm>
        </p:spPr>
        <p:txBody>
          <a:bodyPr/>
          <a:lstStyle/>
          <a:p>
            <a:r>
              <a:rPr lang="ko-KR" altLang="en-US" dirty="0"/>
              <a:t>애플리케이션 개발 환경 구축하기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F33089-EDF5-43B0-82C7-B6958A85E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416766"/>
            <a:ext cx="7766936" cy="1096899"/>
          </a:xfrm>
        </p:spPr>
        <p:txBody>
          <a:bodyPr/>
          <a:lstStyle/>
          <a:p>
            <a:r>
              <a:rPr lang="ko-KR" altLang="en-US" dirty="0"/>
              <a:t>임베디드 블랙박스 제작</a:t>
            </a:r>
          </a:p>
        </p:txBody>
      </p:sp>
    </p:spTree>
    <p:extLst>
      <p:ext uri="{BB962C8B-B14F-4D97-AF65-F5344CB8AC3E}">
        <p14:creationId xmlns:p14="http://schemas.microsoft.com/office/powerpoint/2010/main" val="344880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668BD-4E15-4C62-A492-50DE4E2C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가상 머신 가동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1434553-D48F-4F06-90A2-BD0F58E10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90121"/>
            <a:ext cx="4762098" cy="38814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4D30E-05E2-4036-BBAD-A474BF8CD090}"/>
              </a:ext>
            </a:extLst>
          </p:cNvPr>
          <p:cNvSpPr txBox="1"/>
          <p:nvPr/>
        </p:nvSpPr>
        <p:spPr>
          <a:xfrm>
            <a:off x="5706534" y="2505670"/>
            <a:ext cx="3369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+mj-ea"/>
                <a:ea typeface="+mj-ea"/>
              </a:rPr>
              <a:t>Vmware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를 </a:t>
            </a:r>
            <a:r>
              <a:rPr lang="ko-KR" altLang="en-US" dirty="0" err="1">
                <a:latin typeface="+mj-ea"/>
                <a:ea typeface="+mj-ea"/>
              </a:rPr>
              <a:t>실행한뒤</a:t>
            </a:r>
            <a:r>
              <a:rPr lang="ko-KR" altLang="en-US" dirty="0">
                <a:latin typeface="+mj-ea"/>
                <a:ea typeface="+mj-ea"/>
              </a:rPr>
              <a:t>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우분트</a:t>
            </a:r>
            <a:r>
              <a:rPr lang="ko-KR" altLang="en-US" dirty="0">
                <a:latin typeface="+mj-ea"/>
                <a:ea typeface="+mj-ea"/>
              </a:rPr>
              <a:t> 리눅스 배포판으로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가상 </a:t>
            </a:r>
            <a:r>
              <a:rPr lang="ko-KR" altLang="en-US" dirty="0" err="1">
                <a:latin typeface="+mj-ea"/>
                <a:ea typeface="+mj-ea"/>
              </a:rPr>
              <a:t>머신을</a:t>
            </a:r>
            <a:r>
              <a:rPr lang="ko-KR" altLang="en-US" dirty="0">
                <a:latin typeface="+mj-ea"/>
                <a:ea typeface="+mj-ea"/>
              </a:rPr>
              <a:t> 만들고 실행한다</a:t>
            </a:r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189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631AA-4E68-406A-9A1D-FB49F96F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2.GNOME</a:t>
            </a:r>
            <a:r>
              <a:rPr lang="ko-KR" altLang="en-US" dirty="0"/>
              <a:t>를 설치한다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42FDEF-EDCA-46CC-8857-51F244E2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26050"/>
            <a:ext cx="6134956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6DB25E-AC79-461F-B4E1-96B8AF331D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34" t="20865" r="21572" b="11251"/>
          <a:stretch/>
        </p:blipFill>
        <p:spPr>
          <a:xfrm>
            <a:off x="677333" y="2197684"/>
            <a:ext cx="5348959" cy="466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B8D4E-F868-49C4-A039-D03AC605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간단한</a:t>
            </a:r>
            <a:r>
              <a:rPr lang="en-US" altLang="ko-KR" dirty="0"/>
              <a:t> c</a:t>
            </a:r>
            <a:r>
              <a:rPr lang="ko-KR" altLang="en-US" dirty="0"/>
              <a:t>언어 프로그램을 만들고 실행한다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A95498-975A-41E4-8437-A06D80DF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68" y="1768399"/>
            <a:ext cx="6258798" cy="10860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C88695-8741-4BEE-8192-B5FA5691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68" y="2937933"/>
            <a:ext cx="4306265" cy="321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2223F7-8E49-41BC-8A26-5DD2F18A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7" y="2463799"/>
            <a:ext cx="4868334" cy="3511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B21BF5-32EA-428B-B8FD-FB89CDA0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0" y="425336"/>
            <a:ext cx="4940207" cy="18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0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EBA6D-7A0C-440F-9597-830512FA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4.GCC</a:t>
            </a:r>
            <a:r>
              <a:rPr lang="ko-KR" altLang="en-US" dirty="0"/>
              <a:t>로 실행파일 만들고 실행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1F78558-54E7-44BD-B15B-831C236DF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375" y="2803611"/>
            <a:ext cx="6096851" cy="193384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AA94D0-A467-4006-B346-BDEBDAAD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75" y="1565188"/>
            <a:ext cx="623021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4554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42</Words>
  <Application>Microsoft Office PowerPoint</Application>
  <PresentationFormat>와이드스크린</PresentationFormat>
  <Paragraphs>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Trebuchet MS</vt:lpstr>
      <vt:lpstr>Wingdings 3</vt:lpstr>
      <vt:lpstr>패싯</vt:lpstr>
      <vt:lpstr>애플리케이션 개발 환경 구축하기</vt:lpstr>
      <vt:lpstr>1.가상 머신 가동</vt:lpstr>
      <vt:lpstr>2.GNOME를 설치한다</vt:lpstr>
      <vt:lpstr>3.간단한 c언어 프로그램을 만들고 실행한다</vt:lpstr>
      <vt:lpstr>PowerPoint 프레젠테이션</vt:lpstr>
      <vt:lpstr>4.GCC로 실행파일 만들고 실행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애플리케이션 개발 환경 구축하기</dc:title>
  <dc:creator>lusiu9757@gmail.com</dc:creator>
  <cp:lastModifiedBy>lusiu9757@gmail.com</cp:lastModifiedBy>
  <cp:revision>2</cp:revision>
  <dcterms:created xsi:type="dcterms:W3CDTF">2026-08-12T05:07:46Z</dcterms:created>
  <dcterms:modified xsi:type="dcterms:W3CDTF">2026-08-12T05:20:56Z</dcterms:modified>
</cp:coreProperties>
</file>